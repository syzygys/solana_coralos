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943600" cy="5943600"/>
          </a:xfrm>
          <a:prstGeom prst="ellipse">
            <a:avLst/>
          </a:prstGeom>
          <a:solidFill>
            <a:srgbClr val="6B3F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206240"/>
            <a:ext cx="4754880" cy="4754880"/>
          </a:xfrm>
          <a:prstGeom prst="ellipse">
            <a:avLst/>
          </a:prstGeom>
          <a:solidFill>
            <a:srgbClr val="14F195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2A1A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777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IMPERIAL AI AGENT HACKATHON · SOLANA × CORALOS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Web3 Yield Agent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seller agent that scores public Web3 opportunities and gets paid through a real, on-chain devnet escrow — not a mockup.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343400"/>
            <a:ext cx="3222346" cy="420624"/>
          </a:xfrm>
          <a:prstGeom prst="roundRect">
            <a:avLst>
              <a:gd name="adj" fmla="val 17391"/>
            </a:avLst>
          </a:prstGeom>
          <a:solidFill>
            <a:srgbClr val="24164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343400"/>
            <a:ext cx="322234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Devnet settlement: finalized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4343400"/>
            <a:ext cx="2432304" cy="420624"/>
          </a:xfrm>
          <a:prstGeom prst="roundRect">
            <a:avLst>
              <a:gd name="adj" fmla="val 17391"/>
            </a:avLst>
          </a:prstGeom>
          <a:solidFill>
            <a:srgbClr val="24164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4343400"/>
            <a:ext cx="2432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USDG prize pool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06440" y="4343400"/>
            <a:ext cx="2531059" cy="420624"/>
          </a:xfrm>
          <a:prstGeom prst="roundRect">
            <a:avLst>
              <a:gd name="adj" fmla="val 17391"/>
            </a:avLst>
          </a:prstGeom>
          <a:solidFill>
            <a:srgbClr val="24164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4343400"/>
            <a:ext cx="25310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AGENT_ALLOWED listing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github.com/Syzygys/solana_coralOS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Builders drown in opportunities; agents can't act on trust alone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92808"/>
            <a:ext cx="822960" cy="82296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92808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990" dirty="0"/>
          </a:p>
        </p:txBody>
      </p:sp>
      <p:sp>
        <p:nvSpPr>
          <p:cNvPr id="6" name="Text 4"/>
          <p:cNvSpPr/>
          <p:nvPr/>
        </p:nvSpPr>
        <p:spPr>
          <a:xfrm>
            <a:off x="2148840" y="178308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is a full-time job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48840" y="2221992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Superteam, DoraHacks, Layer3, Galxe list new bounties, grants and quests daily. Manually reading each one to judge fit, reward and friction burns hours a builder doesn't have.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2783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3520440"/>
            <a:ext cx="822960" cy="82296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260" dirty="0"/>
          </a:p>
        </p:txBody>
      </p:sp>
      <p:sp>
        <p:nvSpPr>
          <p:cNvPr id="11" name="Text 9"/>
          <p:cNvSpPr/>
          <p:nvPr/>
        </p:nvSpPr>
        <p:spPr>
          <a:xfrm>
            <a:off x="2148840" y="341071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Wrong picks cost real money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48840" y="3849624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credits get spent on rejected work, days go into builds that were never eligible, deadlines slip past — the losses are external to the task itself.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855464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5148072"/>
            <a:ext cx="822960" cy="82296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1480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90" dirty="0"/>
          </a:p>
        </p:txBody>
      </p:sp>
      <p:sp>
        <p:nvSpPr>
          <p:cNvPr id="16" name="Text 14"/>
          <p:cNvSpPr/>
          <p:nvPr/>
        </p:nvSpPr>
        <p:spPr>
          <a:xfrm>
            <a:off x="2148840" y="503834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proof the seller delivered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48840" y="5477256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'agent marketplace' demos are simulated. Buyers can't verify a service was actually paid for and actually rendered before committing funds.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function sells the brief; escrow proves it settled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deliverService("opportunity ...")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an opportunity: reward, agent-eligibility, friction (KYC, credit spend, wallet signing, public posting)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classification (content / dev project) and the deliverables a buyer should expect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— runs and returns a real answer with zero LLM dependency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13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 from a shared Solana × CoralOS starter kit: the payment rails, escrow and market were already built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95160" y="1417320"/>
            <a:ext cx="4572000" cy="4892040"/>
          </a:xfrm>
          <a:prstGeom prst="roundRect">
            <a:avLst>
              <a:gd name="adj" fmla="val 2400"/>
            </a:avLst>
          </a:prstGeom>
          <a:solidFill>
            <a:srgbClr val="170B2E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0" y="1737360"/>
            <a:ext cx="548640" cy="548640"/>
          </a:xfrm>
          <a:prstGeom prst="ellipse">
            <a:avLst/>
          </a:prstGeom>
          <a:solidFill>
            <a:srgbClr val="2418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01000" y="18105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Devnet settlement — verified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0" y="24231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· err: null (getSignatureStatuses)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880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DEPOSIT — buyer funds escrow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3154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RN6PzxqqzC5eoDYTC278A6…CEZuw6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0" y="3703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RELEASE — escrow pays seller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3977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E1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3BebcuCuPUtNkAemSGqcWd…TFTR9a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0" y="4526280"/>
            <a:ext cx="4023360" cy="0"/>
          </a:xfrm>
          <a:prstGeom prst="line">
            <a:avLst/>
          </a:prstGeom>
          <a:noFill/>
          <a:ln w="12700">
            <a:solidFill>
              <a:srgbClr val="3A2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4663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7A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links in the pitch deck README and Explorer — both transactions are on Solana devnet.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 of agents, not a single bot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Yield Agent is the evaluator seat — it plugs into a pipeline where every role can be automated separately.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85800" cy="68580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58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agent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83080" y="26243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Superteam, DoraHacks, Layer3, Galxe daily; normalizes listings into a shared feed.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58568"/>
            <a:ext cx="685800" cy="68580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5856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2221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 agent (this fork)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06640" y="26243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deliverService() scores each listing for reward, eligibility and friction — the paid endpoint.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70248"/>
            <a:ext cx="685800" cy="68580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702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agent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83080" y="46360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repo, demo and pitch deck artifacts once a listing is worth pursuing.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6F3FC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70248"/>
            <a:ext cx="685800" cy="685800"/>
          </a:xfrm>
          <a:prstGeom prst="ellipse">
            <a:avLst/>
          </a:prstGeom>
          <a:solidFill>
            <a:srgbClr val="170B2E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7024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4233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3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operator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06640" y="463600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anything public — posting, submitting, signing — and claims the payout.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0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6B3FA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31520"/>
            <a:ext cx="822960" cy="822960"/>
          </a:xfrm>
          <a:prstGeom prst="ellipse">
            <a:avLst/>
          </a:prstGeom>
          <a:solidFill>
            <a:srgbClr val="2A1A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 it, change one function, ship a paid agent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rails — LLM call, escrow, settlement, live board — are already wired and proven on devnet. The only fork point is deliverService(): swap the World Cup Oracle for any paid service.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24164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3959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08760" y="419709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github.com/Syzygys/solana_coralOS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24164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46908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492861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 × CoralOS — Imperial AI Agent Hackathon (5000 USDG pool)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502920" cy="502920"/>
          </a:xfrm>
          <a:prstGeom prst="ellipse">
            <a:avLst/>
          </a:prstGeom>
          <a:solidFill>
            <a:srgbClr val="24164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F1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5422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B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566013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seller live · tests passing · devnet settlement finalized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8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Syzygys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Web3 Yield Agent — Imperial AI Agent Hackathon</dc:title>
  <dc:subject>PptxGenJS Presentation</dc:subject>
  <dc:creator>Syzygys</dc:creator>
  <cp:lastModifiedBy>Syzygys</cp:lastModifiedBy>
  <cp:revision>1</cp:revision>
  <dcterms:created xsi:type="dcterms:W3CDTF">2026-07-02T08:01:56Z</dcterms:created>
  <dcterms:modified xsi:type="dcterms:W3CDTF">2026-07-02T08:01:56Z</dcterms:modified>
</cp:coreProperties>
</file>